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2" Type="http://schemas.openxmlformats.org/officeDocument/2006/relationships/slide" Target="slides/slide7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86cc702f4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86cc702f4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86cc702f41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86cc702f41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86cc702f41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86cc702f41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86cc702f41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86cc702f41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86cc702f41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86cc702f41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86cc702f41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86cc702f41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86cc702f41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86cc702f41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6.png"/><Relationship Id="rId4" Type="http://schemas.openxmlformats.org/officeDocument/2006/relationships/image" Target="../media/image7.png"/><Relationship Id="rId5" Type="http://schemas.openxmlformats.org/officeDocument/2006/relationships/image" Target="../media/image1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png"/><Relationship Id="rId4" Type="http://schemas.openxmlformats.org/officeDocument/2006/relationships/image" Target="../media/image18.png"/><Relationship Id="rId5" Type="http://schemas.openxmlformats.org/officeDocument/2006/relationships/image" Target="../media/image9.png"/><Relationship Id="rId6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Relationship Id="rId4" Type="http://schemas.openxmlformats.org/officeDocument/2006/relationships/image" Target="../media/image8.png"/><Relationship Id="rId5" Type="http://schemas.openxmlformats.org/officeDocument/2006/relationships/image" Target="../media/image1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5.png"/><Relationship Id="rId4" Type="http://schemas.openxmlformats.org/officeDocument/2006/relationships/image" Target="../media/image10.png"/><Relationship Id="rId5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00933" y="-62550"/>
            <a:ext cx="6243067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" y="0"/>
            <a:ext cx="2318091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2318094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61" name="Google Shape;61;p14"/>
          <p:cNvPicPr preferRelativeResize="0"/>
          <p:nvPr/>
        </p:nvPicPr>
        <p:blipFill rotWithShape="1">
          <a:blip r:embed="rId4">
            <a:alphaModFix/>
          </a:blip>
          <a:srcRect b="40113" l="0" r="0" t="0"/>
          <a:stretch/>
        </p:blipFill>
        <p:spPr>
          <a:xfrm>
            <a:off x="2318100" y="1561557"/>
            <a:ext cx="6790749" cy="2020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62580" y="1032425"/>
            <a:ext cx="5181421" cy="4111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15"/>
          <p:cNvPicPr preferRelativeResize="0"/>
          <p:nvPr/>
        </p:nvPicPr>
        <p:blipFill rotWithShape="1">
          <a:blip r:embed="rId4">
            <a:alphaModFix/>
          </a:blip>
          <a:srcRect b="0" l="0" r="0" t="59190"/>
          <a:stretch/>
        </p:blipFill>
        <p:spPr>
          <a:xfrm>
            <a:off x="4051750" y="0"/>
            <a:ext cx="5092249" cy="1032423"/>
          </a:xfrm>
          <a:prstGeom prst="rect">
            <a:avLst/>
          </a:prstGeom>
          <a:noFill/>
          <a:ln>
            <a:noFill/>
          </a:ln>
        </p:spPr>
      </p:pic>
      <p:pic>
        <p:nvPicPr>
          <p:cNvPr id="68" name="Google Shape;68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0"/>
            <a:ext cx="2318094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Google Shape;73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2318098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18100" y="4"/>
            <a:ext cx="2318101" cy="5143470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16"/>
          <p:cNvPicPr preferRelativeResize="0"/>
          <p:nvPr/>
        </p:nvPicPr>
        <p:blipFill rotWithShape="1">
          <a:blip r:embed="rId5">
            <a:alphaModFix/>
          </a:blip>
          <a:srcRect b="54562" l="0" r="0" t="0"/>
          <a:stretch/>
        </p:blipFill>
        <p:spPr>
          <a:xfrm>
            <a:off x="3176250" y="2796025"/>
            <a:ext cx="5967749" cy="23474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80;p17"/>
          <p:cNvPicPr preferRelativeResize="0"/>
          <p:nvPr/>
        </p:nvPicPr>
        <p:blipFill rotWithShape="1">
          <a:blip r:embed="rId3">
            <a:alphaModFix/>
          </a:blip>
          <a:srcRect b="0" l="0" r="0" t="44967"/>
          <a:stretch/>
        </p:blipFill>
        <p:spPr>
          <a:xfrm>
            <a:off x="4365900" y="0"/>
            <a:ext cx="4778101" cy="2276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65900" y="2276450"/>
            <a:ext cx="4778100" cy="1539609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0"/>
            <a:ext cx="2318094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282901" y="0"/>
            <a:ext cx="2083001" cy="46218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02300" y="1096850"/>
            <a:ext cx="4641699" cy="2949796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35150"/>
            <a:ext cx="2318094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318100" y="0"/>
            <a:ext cx="2184201" cy="48464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61450" y="35138"/>
            <a:ext cx="4782550" cy="3769561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35150"/>
            <a:ext cx="2180724" cy="4838702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180724" y="0"/>
            <a:ext cx="2180724" cy="48387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