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6cc702f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6cc702f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6cc702f4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6cc702f4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6cc702f4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6cc702f4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6cc702f4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6cc702f4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6cc702f4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6cc702f4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6cc702f4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6cc702f4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6cc702f4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6cc702f4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825" y="777600"/>
            <a:ext cx="3698924" cy="358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1703" y="777600"/>
            <a:ext cx="4355395" cy="35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2473156"/>
            <a:ext cx="9144000" cy="2670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1225" y="0"/>
            <a:ext cx="5842776" cy="414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31401" cy="41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551" y="1434350"/>
            <a:ext cx="4555399" cy="3614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5575" y="308725"/>
            <a:ext cx="1016450" cy="106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54562" l="0" r="0" t="0"/>
          <a:stretch/>
        </p:blipFill>
        <p:spPr>
          <a:xfrm>
            <a:off x="3773475" y="1548518"/>
            <a:ext cx="5202499" cy="204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497900"/>
            <a:ext cx="3773468" cy="26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52400"/>
            <a:ext cx="3773473" cy="2313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0" l="0" r="0" t="44967"/>
          <a:stretch/>
        </p:blipFill>
        <p:spPr>
          <a:xfrm>
            <a:off x="3463075" y="263150"/>
            <a:ext cx="4778101" cy="22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3195826" cy="187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044799"/>
            <a:ext cx="3195824" cy="2946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3075" y="2791850"/>
            <a:ext cx="5489852" cy="176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197500" cy="1727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25698"/>
            <a:ext cx="4197502" cy="331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2300" y="1096850"/>
            <a:ext cx="4641699" cy="2949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572176" cy="29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575" y="1660160"/>
            <a:ext cx="4419425" cy="348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